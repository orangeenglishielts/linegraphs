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5.svg" ContentType="image/svg+xml"/>
  <Override PartName="/ppt/media/image-8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lesson. Everything comes together under real exam conditions: 20 minutes, one graph, one complete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a clock, students drop the structure, repeat simple verbs, and skip the overview. This lesson is about protecting the habits already learned when the pressure is on. Preview the four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A simple budget for the 20 minutes: two to plan, fifteen to write, three to check. The timeline shows the proportions.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Aim for 150+ words, underlength answers are penalised regardless of quality. Use the rough per-paragraph guide so the total lands safely over the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Don't redraft mid-sentence. Keep planning notes to single words, write forward and fix at the end, and protect the last two to three minutes for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After finishing, score yourself against all four marking criteria. This mirrors exactly how the examiner reads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Twenty minutes well spent versus poorly spent. A weak answer stops mid-paragraph, skips the overview, and falls under 120 words. A strong one is complete, includes the overview, and finishes with time to spare.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Set a 20-minute timer and complete a full Task 1 response to the workbook prompt under real exam conditions, applying everything from Lessons 1 to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course is complete. Students can now read, describe, and structure a Task 1 line graph response accurately, with a repeatable shape, a vocabulary and grammar toolkit, and the ability to finish inside 20 minutes. Congratulate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6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336209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Timed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4630415" y="1943100"/>
            <a:ext cx="2503661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782815" y="1852612"/>
            <a:ext cx="2418747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task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6981676" y="1852612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3755827"/>
            <a:ext cx="1098804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it all together under real exam conditions: 20 minutes, one graph, one response.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811250" y="6286500"/>
            <a:ext cx="285750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716250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 pressure is where good habits get abandoned.</a:t>
            </a:r>
            <a:endParaRPr lang="en-US" sz="4050" dirty="0"/>
          </a:p>
        </p:txBody>
      </p:sp>
      <p:sp>
        <p:nvSpPr>
          <p:cNvPr id="7" name="Text 3"/>
          <p:cNvSpPr/>
          <p:nvPr/>
        </p:nvSpPr>
        <p:spPr>
          <a:xfrm>
            <a:off x="1238250" y="2334518"/>
            <a:ext cx="1471612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 a clock, students drop the structure, repeat simple verbs, and skip the overview. This lesson is about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protecting everything you've already learned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pressure is on.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3875187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4606230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4606230"/>
            <a:ext cx="2563304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budgeting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4606230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4606230"/>
            <a:ext cx="2947943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count target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5410126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5410126"/>
            <a:ext cx="369241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Pacing under pressure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5410126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5410126"/>
            <a:ext cx="273200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Self-assessment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THE 20 MINUTES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simple time budget.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92871"/>
            <a:ext cx="15621000" cy="4099247"/>
          </a:xfrm>
          <a:prstGeom prst="roundRect">
            <a:avLst>
              <a:gd name="adj" fmla="val 4182"/>
            </a:avLst>
          </a:prstGeom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4"/>
          <p:cNvSpPr/>
          <p:nvPr/>
        </p:nvSpPr>
        <p:spPr>
          <a:xfrm>
            <a:off x="1247775" y="2502396"/>
            <a:ext cx="2089770" cy="4080197"/>
          </a:xfrm>
          <a:prstGeom prst="rect">
            <a:avLst/>
          </a:prstGeom>
          <a:solidFill>
            <a:srgbClr val="5FB27B">
              <a:alpha val="18000"/>
            </a:srgbClr>
          </a:solidFill>
          <a:ln/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3308970" y="2502396"/>
            <a:ext cx="28575" cy="4080197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1609725" y="2883396"/>
            <a:ext cx="1471025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</a:t>
            </a:r>
            <a:endParaRPr lang="en-US" sz="4050" dirty="0"/>
          </a:p>
        </p:txBody>
      </p:sp>
      <p:sp>
        <p:nvSpPr>
          <p:cNvPr id="11" name="Text 7"/>
          <p:cNvSpPr/>
          <p:nvPr/>
        </p:nvSpPr>
        <p:spPr>
          <a:xfrm>
            <a:off x="1609725" y="3588246"/>
            <a:ext cx="1413495" cy="2651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question, plan the overview and paragraph grouping.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3337545" y="2502396"/>
            <a:ext cx="10782300" cy="4080197"/>
          </a:xfrm>
          <a:prstGeom prst="rect">
            <a:avLst/>
          </a:prstGeom>
          <a:solidFill>
            <a:srgbClr val="5FB27B">
              <a:alpha val="32000"/>
            </a:srgbClr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14091270" y="2502396"/>
            <a:ext cx="28575" cy="4080197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3699495" y="2883396"/>
            <a:ext cx="1103280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</a:t>
            </a:r>
            <a:endParaRPr lang="en-US" sz="4050" dirty="0"/>
          </a:p>
        </p:txBody>
      </p:sp>
      <p:sp>
        <p:nvSpPr>
          <p:cNvPr id="15" name="Text 11"/>
          <p:cNvSpPr/>
          <p:nvPr/>
        </p:nvSpPr>
        <p:spPr>
          <a:xfrm>
            <a:off x="3699495" y="3588246"/>
            <a:ext cx="11032808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3A4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full response, introduction, overview, two body paragraphs.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14119845" y="2502396"/>
            <a:ext cx="2729880" cy="4080197"/>
          </a:xfrm>
          <a:prstGeom prst="rect">
            <a:avLst/>
          </a:prstGeom>
          <a:solidFill>
            <a:srgbClr val="F88B48">
              <a:alpha val="22000"/>
            </a:srgbClr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4481795" y="2883396"/>
            <a:ext cx="220657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F88B4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</a:t>
            </a:r>
            <a:endParaRPr lang="en-US" sz="4050" dirty="0"/>
          </a:p>
        </p:txBody>
      </p:sp>
      <p:sp>
        <p:nvSpPr>
          <p:cNvPr id="18" name="Text 14"/>
          <p:cNvSpPr/>
          <p:nvPr/>
        </p:nvSpPr>
        <p:spPr>
          <a:xfrm>
            <a:off x="14481795" y="3588246"/>
            <a:ext cx="2082180" cy="1158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tense, overview, and word count.</a:t>
            </a:r>
            <a:endParaRPr lang="en-US" sz="2100" dirty="0"/>
          </a:p>
        </p:txBody>
      </p:sp>
      <p:sp>
        <p:nvSpPr>
          <p:cNvPr id="19" name="Text 15"/>
          <p:cNvSpPr/>
          <p:nvPr/>
        </p:nvSpPr>
        <p:spPr>
          <a:xfrm>
            <a:off x="1238250" y="6763569"/>
            <a:ext cx="49113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plan</a:t>
            </a:r>
            <a:endParaRPr lang="en-US" sz="2250" dirty="0"/>
          </a:p>
        </p:txBody>
      </p:sp>
      <p:sp>
        <p:nvSpPr>
          <p:cNvPr id="20" name="Text 16"/>
          <p:cNvSpPr/>
          <p:nvPr/>
        </p:nvSpPr>
        <p:spPr>
          <a:xfrm>
            <a:off x="8737029" y="6763569"/>
            <a:ext cx="57112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write</a:t>
            </a:r>
            <a:endParaRPr lang="en-US" sz="2250" dirty="0"/>
          </a:p>
        </p:txBody>
      </p:sp>
      <p:sp>
        <p:nvSpPr>
          <p:cNvPr id="21" name="Text 17"/>
          <p:cNvSpPr/>
          <p:nvPr/>
        </p:nvSpPr>
        <p:spPr>
          <a:xfrm>
            <a:off x="16315730" y="6763569"/>
            <a:ext cx="61972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check</a:t>
            </a:r>
            <a:endParaRPr lang="en-US" sz="2250" dirty="0"/>
          </a:p>
        </p:txBody>
      </p:sp>
      <p:sp>
        <p:nvSpPr>
          <p:cNvPr id="22" name="Text 18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6908512" y="94916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LENGTH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95400"/>
            <a:ext cx="21379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Aim for</a:t>
            </a:r>
            <a:endParaRPr lang="en-US" sz="42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336727" y="1323975"/>
            <a:ext cx="3308524" cy="61644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451027" y="1295400"/>
            <a:ext cx="3387916" cy="685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150+ words</a:t>
            </a:r>
            <a:endParaRPr lang="en-US" sz="4200" dirty="0"/>
          </a:p>
        </p:txBody>
      </p:sp>
      <p:sp>
        <p:nvSpPr>
          <p:cNvPr id="9" name="Text 4"/>
          <p:cNvSpPr/>
          <p:nvPr/>
        </p:nvSpPr>
        <p:spPr>
          <a:xfrm>
            <a:off x="6530950" y="1295400"/>
            <a:ext cx="48036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as a minimum.</a:t>
            </a:r>
            <a:endParaRPr lang="en-US" sz="4200" dirty="0"/>
          </a:p>
        </p:txBody>
      </p:sp>
      <p:sp>
        <p:nvSpPr>
          <p:cNvPr id="10" name="Text 5"/>
          <p:cNvSpPr/>
          <p:nvPr/>
        </p:nvSpPr>
        <p:spPr>
          <a:xfrm>
            <a:off x="1238250" y="2130921"/>
            <a:ext cx="16344900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short answer may not cover the key features fully.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Rough paragraph guide (155+ words in total):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1238250" y="3049116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7"/>
          <p:cNvSpPr/>
          <p:nvPr/>
        </p:nvSpPr>
        <p:spPr>
          <a:xfrm>
            <a:off x="1628775" y="3411066"/>
            <a:ext cx="217399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6510784" y="3344391"/>
            <a:ext cx="196404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25–30 words</a:t>
            </a:r>
            <a:endParaRPr lang="en-US" sz="3150" dirty="0"/>
          </a:p>
        </p:txBody>
      </p:sp>
      <p:sp>
        <p:nvSpPr>
          <p:cNvPr id="14" name="Shape 9"/>
          <p:cNvSpPr/>
          <p:nvPr/>
        </p:nvSpPr>
        <p:spPr>
          <a:xfrm>
            <a:off x="9220200" y="3049116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9610725" y="3411066"/>
            <a:ext cx="162925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14486334" y="3344391"/>
            <a:ext cx="197108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30–40 words</a:t>
            </a:r>
            <a:endParaRPr lang="en-US" sz="3150" dirty="0"/>
          </a:p>
        </p:txBody>
      </p:sp>
      <p:sp>
        <p:nvSpPr>
          <p:cNvPr id="17" name="Shape 12"/>
          <p:cNvSpPr/>
          <p:nvPr/>
        </p:nvSpPr>
        <p:spPr>
          <a:xfrm>
            <a:off x="1238250" y="4430241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1628775" y="4792191"/>
            <a:ext cx="299181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paragraph 1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6510784" y="4725516"/>
            <a:ext cx="196404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50–60 words</a:t>
            </a:r>
            <a:endParaRPr lang="en-US" sz="3150" dirty="0"/>
          </a:p>
        </p:txBody>
      </p:sp>
      <p:sp>
        <p:nvSpPr>
          <p:cNvPr id="20" name="Shape 15"/>
          <p:cNvSpPr/>
          <p:nvPr/>
        </p:nvSpPr>
        <p:spPr>
          <a:xfrm>
            <a:off x="9220200" y="4430241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9610725" y="4792191"/>
            <a:ext cx="305934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paragraph 2</a:t>
            </a:r>
            <a:endParaRPr lang="en-US" sz="2400" dirty="0"/>
          </a:p>
        </p:txBody>
      </p:sp>
      <p:sp>
        <p:nvSpPr>
          <p:cNvPr id="22" name="Text 17"/>
          <p:cNvSpPr/>
          <p:nvPr/>
        </p:nvSpPr>
        <p:spPr>
          <a:xfrm>
            <a:off x="14492734" y="4725516"/>
            <a:ext cx="196404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50–60 words</a:t>
            </a:r>
            <a:endParaRPr lang="en-US" sz="3150" dirty="0"/>
          </a:p>
        </p:txBody>
      </p:sp>
      <p:sp>
        <p:nvSpPr>
          <p:cNvPr id="23" name="Text 18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STAYING ON TRACK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Don't redraft mid-sentence.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54771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47825" y="2788146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350" dirty="0"/>
          </a:p>
        </p:txBody>
      </p:sp>
      <p:sp>
        <p:nvSpPr>
          <p:cNvPr id="9" name="Text 5"/>
          <p:cNvSpPr/>
          <p:nvPr/>
        </p:nvSpPr>
        <p:spPr>
          <a:xfrm>
            <a:off x="2466975" y="2821484"/>
            <a:ext cx="3401264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planning notes to</a:t>
            </a:r>
            <a:endParaRPr lang="en-US" sz="2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5778698" y="2788146"/>
            <a:ext cx="3789015" cy="46099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854898" y="2821484"/>
            <a:ext cx="4000277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words or numbers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9491514" y="2821484"/>
            <a:ext cx="2906588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full sentences.</a:t>
            </a:r>
            <a:endParaRPr lang="en-US" sz="2400" dirty="0"/>
          </a:p>
        </p:txBody>
      </p:sp>
      <p:sp>
        <p:nvSpPr>
          <p:cNvPr id="13" name="Shape 8"/>
          <p:cNvSpPr/>
          <p:nvPr/>
        </p:nvSpPr>
        <p:spPr>
          <a:xfrm>
            <a:off x="1238250" y="3914924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1647825" y="4248299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2390775" y="4248299"/>
            <a:ext cx="2172444" cy="46099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466975" y="4281636"/>
            <a:ext cx="2222049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forward</a:t>
            </a:r>
            <a:endParaRPr lang="en-US" sz="2400" dirty="0"/>
          </a:p>
        </p:txBody>
      </p:sp>
      <p:sp>
        <p:nvSpPr>
          <p:cNvPr id="17" name="Text 11"/>
          <p:cNvSpPr/>
          <p:nvPr/>
        </p:nvSpPr>
        <p:spPr>
          <a:xfrm>
            <a:off x="4487019" y="4281636"/>
            <a:ext cx="8896357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fix small errors at the end, not while you're mid-paragraph.</a:t>
            </a:r>
            <a:endParaRPr lang="en-US" sz="2400" dirty="0"/>
          </a:p>
        </p:txBody>
      </p:sp>
      <p:sp>
        <p:nvSpPr>
          <p:cNvPr id="18" name="Shape 12"/>
          <p:cNvSpPr/>
          <p:nvPr/>
        </p:nvSpPr>
        <p:spPr>
          <a:xfrm>
            <a:off x="1238250" y="5375077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1647825" y="5708452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350" dirty="0"/>
          </a:p>
        </p:txBody>
      </p:sp>
      <p:sp>
        <p:nvSpPr>
          <p:cNvPr id="20" name="Text 14"/>
          <p:cNvSpPr/>
          <p:nvPr/>
        </p:nvSpPr>
        <p:spPr>
          <a:xfrm>
            <a:off x="2466975" y="5708452"/>
            <a:ext cx="13267053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2–3 minutes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checking: finish your sentence, don't start a new detail.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16914093" y="94916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4 · AFTER YOU FINISH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 your answer against the four criteria.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7543800" cy="1956346"/>
          </a:xfrm>
          <a:prstGeom prst="roundRect">
            <a:avLst>
              <a:gd name="adj" fmla="val 9738"/>
            </a:avLst>
          </a:prstGeom>
          <a:solidFill>
            <a:srgbClr val="FFFFFF">
              <a:alpha val="55000"/>
            </a:srgbClr>
          </a:solidFill>
          <a:ln/>
        </p:spPr>
        <p:txBody>
          <a:bodyPr/>
          <a:p/>
        </p:txBody>
      </p:sp>
      <p:sp>
        <p:nvSpPr>
          <p:cNvPr id="8" name="Shape 4"/>
          <p:cNvSpPr/>
          <p:nvPr/>
        </p:nvSpPr>
        <p:spPr>
          <a:xfrm>
            <a:off x="1238250" y="434444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1238250" y="2397621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1238250" y="2397621"/>
            <a:ext cx="76200" cy="1956346"/>
          </a:xfrm>
          <a:prstGeom prst="rect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8772525" y="2397621"/>
            <a:ext cx="9525" cy="1956346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714500" y="2750046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Task Achievement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714500" y="3254871"/>
            <a:ext cx="6857714" cy="7847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category covered, overview included, 150+ words.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9315450" y="2397621"/>
            <a:ext cx="7543800" cy="1956346"/>
          </a:xfrm>
          <a:prstGeom prst="roundRect">
            <a:avLst>
              <a:gd name="adj" fmla="val 9738"/>
            </a:avLst>
          </a:prstGeom>
          <a:solidFill>
            <a:srgbClr val="FFFFFF">
              <a:alpha val="55000"/>
            </a:srgbClr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315450" y="434444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315450" y="2397621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9315450" y="2397621"/>
            <a:ext cx="76200" cy="1956346"/>
          </a:xfrm>
          <a:prstGeom prst="rect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16849725" y="2397621"/>
            <a:ext cx="9525" cy="1956346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9791700" y="2750046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Coherence &amp; Cohesion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9791700" y="3254871"/>
            <a:ext cx="732377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paragraphs, connections that make sense.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1238250" y="4677817"/>
            <a:ext cx="7543800" cy="1583010"/>
          </a:xfrm>
          <a:prstGeom prst="roundRect">
            <a:avLst>
              <a:gd name="adj" fmla="val 12034"/>
            </a:avLst>
          </a:prstGeom>
          <a:solidFill>
            <a:srgbClr val="FFFFFF">
              <a:alpha val="55000"/>
            </a:srgbClr>
          </a:solidFill>
          <a:ln/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1238250" y="625130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1238250" y="4677817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1238250" y="4677817"/>
            <a:ext cx="76200" cy="1583010"/>
          </a:xfrm>
          <a:prstGeom prst="rect">
            <a:avLst/>
          </a:prstGeom>
          <a:solidFill>
            <a:srgbClr val="F88B48"/>
          </a:solidFill>
          <a:ln/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8772525" y="4677817"/>
            <a:ext cx="9525" cy="1583010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1714500" y="5030242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Lexical Resource</a:t>
            </a:r>
            <a:endParaRPr lang="en-US" sz="2400" dirty="0"/>
          </a:p>
        </p:txBody>
      </p:sp>
      <p:sp>
        <p:nvSpPr>
          <p:cNvPr id="27" name="Text 23"/>
          <p:cNvSpPr/>
          <p:nvPr/>
        </p:nvSpPr>
        <p:spPr>
          <a:xfrm>
            <a:off x="1714500" y="5535067"/>
            <a:ext cx="732377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Precise words, with a range where it helps.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315450" y="4677817"/>
            <a:ext cx="7543800" cy="1583010"/>
          </a:xfrm>
          <a:prstGeom prst="roundRect">
            <a:avLst>
              <a:gd name="adj" fmla="val 12034"/>
            </a:avLst>
          </a:prstGeom>
          <a:solidFill>
            <a:srgbClr val="FFFFFF">
              <a:alpha val="55000"/>
            </a:srgbClr>
          </a:solidFill>
          <a:ln/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9315450" y="625130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9315450" y="4677817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9315450" y="4677817"/>
            <a:ext cx="76200" cy="1583010"/>
          </a:xfrm>
          <a:prstGeom prst="rect">
            <a:avLst/>
          </a:prstGeom>
          <a:solidFill>
            <a:srgbClr val="F88B48"/>
          </a:solidFill>
          <a:ln/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16849725" y="4677817"/>
            <a:ext cx="9525" cy="1583010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9791700" y="5030242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Grammatical Range &amp; Accuracy</a:t>
            </a:r>
            <a:endParaRPr lang="en-US" sz="2400" dirty="0"/>
          </a:p>
        </p:txBody>
      </p:sp>
      <p:sp>
        <p:nvSpPr>
          <p:cNvPr id="34" name="Text 30"/>
          <p:cNvSpPr/>
          <p:nvPr/>
        </p:nvSpPr>
        <p:spPr>
          <a:xfrm>
            <a:off x="9791700" y="5535067"/>
            <a:ext cx="732377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Tense matches the time reference, correct comparatives.</a:t>
            </a:r>
            <a:endParaRPr lang="en-US" sz="2100" dirty="0"/>
          </a:p>
        </p:txBody>
      </p:sp>
      <p:sp>
        <p:nvSpPr>
          <p:cNvPr id="35" name="Text 31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36" name="Text 32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minutes, well spent vs. poorly spent.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5430500" cy="2240756"/>
          </a:xfrm>
          <a:prstGeom prst="roundRect">
            <a:avLst>
              <a:gd name="adj" fmla="val 7651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6030575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62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stops mid-body paragraph, no overview, under 120 words.</a:t>
            </a:r>
            <a:endParaRPr lang="en-US" sz="2625" dirty="0"/>
          </a:p>
        </p:txBody>
      </p:sp>
      <p:sp>
        <p:nvSpPr>
          <p:cNvPr id="11" name="Text 7"/>
          <p:cNvSpPr/>
          <p:nvPr/>
        </p:nvSpPr>
        <p:spPr>
          <a:xfrm>
            <a:off x="1666875" y="4152602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ran out of time, no plan, no check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67027"/>
            <a:ext cx="15430500" cy="2724150"/>
          </a:xfrm>
          <a:prstGeom prst="roundRect">
            <a:avLst>
              <a:gd name="adj" fmla="val 6294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666875" y="5638502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74221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666875" y="6195715"/>
            <a:ext cx="14418737" cy="926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6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four-paragraph response</a:t>
            </a:r>
            <a:endParaRPr lang="en-US" sz="2625" dirty="0"/>
            <a:r>
              <a:rPr lang="en-US" sz="26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overview included, 165 words, finished with time to spare.</a:t>
            </a:r>
          </a:p>
        </p:txBody>
      </p:sp>
      <p:sp>
        <p:nvSpPr>
          <p:cNvPr id="18" name="Text 13"/>
          <p:cNvSpPr/>
          <p:nvPr/>
        </p:nvSpPr>
        <p:spPr>
          <a:xfrm>
            <a:off x="1666875" y="7257752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planned, paced, and checked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a timer for 20 minutes.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1238250" y="2197596"/>
            <a:ext cx="15304770" cy="140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the graph prompt in your workbook, complete a full Task 1 response under real timed conditions. Apply everything from Lessons 1–5, </a:t>
            </a:r>
            <a:pPr algn="l" indent="0" marL="0">
              <a:lnSpc>
                <a:spcPct val="145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vocabulary, grammar, structure, </a:t>
            </a:r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your self-review checklist.</a:t>
            </a:r>
            <a:endParaRPr lang="en-US" sz="2475" dirty="0"/>
          </a:p>
        </p:txBody>
      </p:sp>
      <p:sp>
        <p:nvSpPr>
          <p:cNvPr id="9" name="Shape 5"/>
          <p:cNvSpPr/>
          <p:nvPr/>
        </p:nvSpPr>
        <p:spPr>
          <a:xfrm>
            <a:off x="1238250" y="4040981"/>
            <a:ext cx="14859000" cy="2876550"/>
          </a:xfrm>
          <a:prstGeom prst="roundRect">
            <a:avLst>
              <a:gd name="adj" fmla="val 794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9275" y="4526756"/>
            <a:ext cx="1905000" cy="1905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38625" y="4925392"/>
            <a:ext cx="6499979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plan · 15 write · 3 check</a:t>
            </a:r>
            <a:endParaRPr lang="en-US" sz="3600" dirty="0"/>
          </a:p>
        </p:txBody>
      </p:sp>
      <p:sp>
        <p:nvSpPr>
          <p:cNvPr id="12" name="Text 7"/>
          <p:cNvSpPr/>
          <p:nvPr/>
        </p:nvSpPr>
        <p:spPr>
          <a:xfrm>
            <a:off x="4238625" y="5599733"/>
            <a:ext cx="6499979" cy="471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this is the real thing, good luck!</a:t>
            </a:r>
            <a:endParaRPr lang="en-US" sz="2700" dirty="0"/>
          </a:p>
        </p:txBody>
      </p:sp>
      <p:sp>
        <p:nvSpPr>
          <p:cNvPr id="13" name="Text 8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course complete!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447800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can now do all of this.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559546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200150" y="255954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809750" y="2521446"/>
            <a:ext cx="11194390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Read, describe, and structure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Task 1 line graph response accurately.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1238250" y="3268191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1200150" y="3268191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809750" y="3230091"/>
            <a:ext cx="8811578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a repeatable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four-paragraph shape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any graph.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3976836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200150" y="397683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809750" y="3938736"/>
            <a:ext cx="1133092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and grammar toolkit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describing change precisely.</a:t>
            </a:r>
            <a:endParaRPr lang="en-US" sz="2400" dirty="0"/>
          </a:p>
        </p:txBody>
      </p:sp>
      <p:sp>
        <p:nvSpPr>
          <p:cNvPr id="16" name="Shape 12"/>
          <p:cNvSpPr/>
          <p:nvPr/>
        </p:nvSpPr>
        <p:spPr>
          <a:xfrm>
            <a:off x="1238250" y="4685481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200150" y="4685481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809750" y="4647381"/>
            <a:ext cx="10107841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complete, accurate response inside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20-minute limit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1238250" y="9491663"/>
            <a:ext cx="747741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Orange English, Line Graph Success, complete.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2026-06-20T14:30:09Z</dcterms:created>
  <dcterms:modified xsi:type="dcterms:W3CDTF">2026-06-20T14:30:09Z</dcterms:modified>
</cp:coreProperties>
</file>